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3616-4863-5D8E-7290-7D08E5FE5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DED1B-92AC-5C83-DE71-C1BD0E489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9878-1263-3395-FDA4-D9D6CEDE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821D-4420-BC94-B371-387B649A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0901B-7C0E-FBD3-75EB-6AC81583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9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4C65-0E89-AF7B-A03B-4BF0DB1D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38338-A6A1-3C6A-403B-EA457C9D5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2F66-9E20-E65C-2601-9053C770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428B2-2493-19C2-FCF8-AED13E21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CB649-7496-48A8-08F6-585401DC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1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1183-6242-D257-F02E-D018BA4A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0DD32-F557-D1B7-A8ED-6D7A70CDE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C60E-E7F7-6317-8A00-6A70172A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CA79-1A07-ADBC-907D-6067021B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FE1EA-B31A-E501-4419-B84F17A4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9082-5299-A6D6-3CEB-319AEA5A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41215-582C-DC5D-D1C2-7367A11AC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EE4C-B127-0F57-EA62-41E7F86CA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49E7B-8E4D-B4F3-3560-CCF9E53C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4DD0B-2C5C-34E9-C11B-D1230350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05A40-7DCB-2560-DE5F-730F9734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8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8DE8-2349-DD1D-27E9-D8182757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A58B0-86C3-C58A-4B70-5476BF398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98829-F533-F946-A0AA-33FBD7D12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3692E-79BA-C91F-2CA5-19294C1CE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CF654-8C83-32D1-8100-0E026E44D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E9BE0-DC45-1FAB-5385-11B36689D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6A935-0CD9-A1D2-5805-87775E7F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D6FD9-96A2-B755-B6CE-2BD1BD31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3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AF57-31E8-0D22-1EAA-423CD6CB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83862-CECC-D700-175B-AD5137A9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A2D25-B5CA-8575-DFA9-342C8BB4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1DB4F-782C-A81D-F29E-20CE7874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7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AC338-20EC-ED76-F758-1FE5B09F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B91E5-D1B1-5A47-90E4-3E5D5C19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BDC0-7FAB-455B-2083-14BF4F82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8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8460-59C7-FEE0-FA0A-84B7EB27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E4069-821A-CCD1-C0FC-A4E4A1BF6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BDF79-4E3B-2B95-B8FB-B1F18801D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B93E2-3737-4078-71BE-3D5D5AA6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77AF6-D262-E6AF-B19C-ABA572A88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2050-48BB-7B98-D799-1597DF2D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ED9B6-040F-387C-0919-2B0B84B0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3BD6D-B530-48D2-4008-816573962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AD289-0C73-1EB6-615D-92A082220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2BE49-EC96-17F8-54D3-FDAFC3F4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87FB7-FF41-B220-700A-7F4736DD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573E1-9612-455C-676B-FC990E25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8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265A-625E-A3BC-06B0-3536D1BED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A5A9F-4351-8EFC-C9BB-DA8090A62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DA08A-6C6A-3899-CC6F-91EA94EA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CDDF-0A17-F7A0-AD0E-49B54C3A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0B268-AF81-8CF2-89CC-262654CF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47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27BB7-0DE3-80E0-9E3C-23516E82B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637B0-5E85-E997-5BBD-7C1F3D9F5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F83C1-0EE1-1910-F6FE-652CEB64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0B11F-B622-169C-178A-B262FD8B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37764-D15F-390B-4163-34123516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0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5B189-1F22-A2EE-1335-08EC20D73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15218-17F6-AE3D-45B4-B1CC32FC9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C9448-51FF-E9CB-29BA-43B129585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E5114-D57B-7B4C-BF05-915E6D9A20F8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56DAF-C969-F55C-BA67-F689D47DF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28E5-E3B9-51A1-DF1C-4CE68E14D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A0436-7E15-624A-A0C6-AA4A6B67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39F3-B451-5145-CC2F-67236B3B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A78E1-C4B4-19CB-90E5-8DAC87B23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25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Key idea: New architecture that uses a recurrent block for reasoning</a:t>
            </a:r>
          </a:p>
          <a:p>
            <a:r>
              <a:rPr lang="en-US" dirty="0"/>
              <a:t>Same motivations as Coconut for latent reasoning</a:t>
            </a:r>
          </a:p>
          <a:p>
            <a:pPr lvl="1"/>
            <a:r>
              <a:rPr lang="en-US" dirty="0"/>
              <a:t>Wasteful to project all intermediate comp. to tokens</a:t>
            </a:r>
          </a:p>
          <a:p>
            <a:pPr lvl="1"/>
            <a:r>
              <a:rPr lang="en-US" dirty="0"/>
              <a:t>May be helpful for reasoning that is not easily expressible in tokens</a:t>
            </a:r>
          </a:p>
          <a:p>
            <a:r>
              <a:rPr lang="en-US" dirty="0"/>
              <a:t>Why recurrence?</a:t>
            </a:r>
          </a:p>
          <a:p>
            <a:pPr lvl="1"/>
            <a:r>
              <a:rPr lang="en-US" b="1" dirty="0"/>
              <a:t>Does not require specialized </a:t>
            </a:r>
            <a:r>
              <a:rPr lang="en-US" b="1" dirty="0" err="1"/>
              <a:t>CoT</a:t>
            </a:r>
            <a:r>
              <a:rPr lang="en-US" b="1" dirty="0"/>
              <a:t> training data</a:t>
            </a:r>
          </a:p>
          <a:p>
            <a:pPr lvl="2"/>
            <a:r>
              <a:rPr lang="en-US" dirty="0"/>
              <a:t>Less memory for training/inference (don’t need such long context windows in training)</a:t>
            </a:r>
          </a:p>
          <a:p>
            <a:pPr lvl="2"/>
            <a:r>
              <a:rPr lang="en-US" dirty="0"/>
              <a:t>Simpler training scheme</a:t>
            </a:r>
          </a:p>
          <a:p>
            <a:pPr lvl="2"/>
            <a:r>
              <a:rPr lang="en-US" dirty="0"/>
              <a:t>Reasoning emerges instead at scale</a:t>
            </a:r>
          </a:p>
          <a:p>
            <a:pPr lvl="1"/>
            <a:r>
              <a:rPr lang="en-US" dirty="0"/>
              <a:t>Fewer parameters but still compute heavy</a:t>
            </a:r>
          </a:p>
          <a:p>
            <a:pPr lvl="1"/>
            <a:r>
              <a:rPr lang="en-US" dirty="0"/>
              <a:t>Rich literature on using recurrence to learn complex algorithms</a:t>
            </a:r>
          </a:p>
          <a:p>
            <a:pPr lvl="1"/>
            <a:r>
              <a:rPr lang="en-US" dirty="0"/>
              <a:t>Can train to enable unrolling for arbitrary # steps (instead of fixed)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5521-25E8-FE81-7444-38202E45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hard to compare to fixed-depth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2B5E5-CE17-095A-E7A6-6AE0349B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</a:t>
            </a:r>
            <a:r>
              <a:rPr lang="en-US"/>
              <a:t># parameters (3.5B) </a:t>
            </a:r>
            <a:r>
              <a:rPr lang="en-US" dirty="0"/>
              <a:t>but comparable FLOPS to a 32B model during pretraining</a:t>
            </a:r>
          </a:p>
          <a:p>
            <a:r>
              <a:rPr lang="en-US" dirty="0"/>
              <a:t>Can improve with more test-time scaling (increases FLOPS even more)</a:t>
            </a:r>
          </a:p>
          <a:p>
            <a:r>
              <a:rPr lang="en-US" dirty="0" err="1"/>
              <a:t>Uncurated</a:t>
            </a:r>
            <a:r>
              <a:rPr lang="en-US" dirty="0"/>
              <a:t>, small (relatively) dataset</a:t>
            </a:r>
          </a:p>
          <a:p>
            <a:pPr lvl="1"/>
            <a:r>
              <a:rPr lang="en-US" dirty="0"/>
              <a:t>Hasn’t memorized as many facts,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No LR cooldown</a:t>
            </a:r>
          </a:p>
          <a:p>
            <a:r>
              <a:rPr lang="en-US" b="1" dirty="0"/>
              <a:t>Main claim:</a:t>
            </a:r>
            <a:r>
              <a:rPr lang="en-US" dirty="0"/>
              <a:t> This can be trained, stably, and achieves reasonable performance </a:t>
            </a:r>
            <a:r>
              <a:rPr lang="en-US" dirty="0">
                <a:sym typeface="Wingdings" pitchFamily="2" charset="2"/>
              </a:rPr>
              <a:t> should be studied more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38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36D9-FE7C-70C5-D41C-976AE608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 v. Coconut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2D627-4B79-AEF6-164E-D9E333663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Coconut</a:t>
            </a:r>
          </a:p>
          <a:p>
            <a:pPr lvl="1"/>
            <a:r>
              <a:rPr lang="en-US" dirty="0"/>
              <a:t>Need </a:t>
            </a:r>
            <a:r>
              <a:rPr lang="en-US" i="1" dirty="0"/>
              <a:t>c</a:t>
            </a:r>
            <a:r>
              <a:rPr lang="en-US" dirty="0"/>
              <a:t> hyperparameter </a:t>
            </a:r>
          </a:p>
          <a:p>
            <a:pPr lvl="2"/>
            <a:r>
              <a:rPr lang="en-US" dirty="0"/>
              <a:t>More fixed relationship b/w latent reasoning and token reasoning</a:t>
            </a:r>
          </a:p>
          <a:p>
            <a:pPr lvl="1"/>
            <a:r>
              <a:rPr lang="en-US" dirty="0"/>
              <a:t>More standard architecture</a:t>
            </a:r>
          </a:p>
          <a:p>
            <a:r>
              <a:rPr lang="en-US" dirty="0"/>
              <a:t>Recurrent depth</a:t>
            </a:r>
          </a:p>
          <a:p>
            <a:pPr lvl="1"/>
            <a:r>
              <a:rPr lang="en-US" dirty="0"/>
              <a:t>Perhaps a more natural way to train latent </a:t>
            </a:r>
            <a:r>
              <a:rPr lang="en-US" dirty="0" err="1"/>
              <a:t>CoT</a:t>
            </a:r>
            <a:r>
              <a:rPr lang="en-US" dirty="0"/>
              <a:t> natively</a:t>
            </a:r>
          </a:p>
          <a:p>
            <a:pPr lvl="1"/>
            <a:r>
              <a:rPr lang="en-US" dirty="0"/>
              <a:t>Don't actually need </a:t>
            </a:r>
            <a:r>
              <a:rPr lang="en-US" dirty="0" err="1"/>
              <a:t>CoT</a:t>
            </a:r>
            <a:r>
              <a:rPr lang="en-US" dirty="0"/>
              <a:t> data to train it</a:t>
            </a:r>
          </a:p>
          <a:p>
            <a:r>
              <a:rPr lang="en-US" dirty="0"/>
              <a:t>Recurrence in time v. recurrence in depth</a:t>
            </a:r>
          </a:p>
          <a:p>
            <a:pPr lvl="1"/>
            <a:r>
              <a:rPr lang="en-US" dirty="0"/>
              <a:t>Coconut - use the latent thoughts as the next token in the sequence.</a:t>
            </a:r>
          </a:p>
          <a:p>
            <a:pPr lvl="1"/>
            <a:r>
              <a:rPr lang="en-US" dirty="0"/>
              <a:t>Recurrent depth -- Performs the recurrence before progressing in the sequence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8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250</Words>
  <Application>Microsoft Macintosh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Motivation</vt:lpstr>
      <vt:lpstr>Why hard to compare to fixed-depth models?</vt:lpstr>
      <vt:lpstr>RD v. Coconut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Shobhita Sundaram</dc:creator>
  <cp:lastModifiedBy>Shobhita Sundaram</cp:lastModifiedBy>
  <cp:revision>6</cp:revision>
  <dcterms:created xsi:type="dcterms:W3CDTF">2025-02-18T14:42:52Z</dcterms:created>
  <dcterms:modified xsi:type="dcterms:W3CDTF">2025-02-18T15:03:04Z</dcterms:modified>
</cp:coreProperties>
</file>